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- Kapitel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450" y="0"/>
            <a:ext cx="1595120" cy="330200"/>
          </a:xfrm>
          <a:prstGeom prst="rect">
            <a:avLst/>
          </a:prstGeom>
          <a:solidFill>
            <a:srgbClr val="BFE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Ausgangslage &amp;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Zielbild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847469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Herausforderung &amp;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Konzeptidee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523488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Umsetzungsfahrplan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Arbeitsstränge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99507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Nächste Schritte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1099820"/>
            <a:ext cx="12192000" cy="6477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" name="Text 5"/>
          <p:cNvSpPr/>
          <p:nvPr/>
        </p:nvSpPr>
        <p:spPr>
          <a:xfrm>
            <a:off x="787400" y="64135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 Hellmann, Philipp Heßberger</a:t>
            </a:r>
            <a:endParaRPr lang="en-US" sz="1200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695960" y="304800"/>
            <a:ext cx="10922000" cy="787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600"/>
              </a:lnSpc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Kicker: Kernaussage der Folie in maximal zwei Zeilen</a:t>
            </a:r>
            <a:endParaRPr lang="en-US" sz="2400" dirty="0"/>
          </a:p>
        </p:txBody>
      </p:sp>
      <p:sp>
        <p:nvSpPr>
          <p:cNvPr id="9" name="Text 6"/>
          <p:cNvSpPr/>
          <p:nvPr>
            <p:ph idx="107" type="body" hasCustomPrompt="1"/>
          </p:nvPr>
        </p:nvSpPr>
        <p:spPr>
          <a:xfrm>
            <a:off x="787400" y="1651000"/>
            <a:ext cx="10617200" cy="368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85750" indent="-285750">
              <a:spcAft>
                <a:spcPts val="1800"/>
              </a:spcAft>
              <a:buClr>
                <a:srgbClr val="000000"/>
              </a:buClr>
              <a:buFont typeface="Wingdings" pitchFamily="2" charset="2"/>
              <a:buChar char="§"/>
              <a:def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  <a:lvl2pPr marL="571500" indent="-285750">
              <a:spcAft>
                <a:spcPts val="600"/>
              </a:spcAft>
              <a:buClr>
                <a:srgbClr val="000000"/>
              </a:buClr>
              <a:buFont typeface="Arial" pitchFamily="34" charset="0"/>
              <a:buChar char="–"/>
              <a:defRPr sz="1400"/>
            </a:lvl2pPr>
          </a:lstStyle>
          <a:p>
            <a:pPr/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Stichpunkt: Text in 14 pt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8000" y="6413500"/>
            <a:ext cx="7366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 - Kapitel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450" y="0"/>
            <a:ext cx="1595120" cy="330200"/>
          </a:xfrm>
          <a:prstGeom prst="rect">
            <a:avLst/>
          </a:prstGeom>
          <a:solidFill>
            <a:srgbClr val="BFE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Ausgangslage &amp;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Zielbild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847469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Herausforderung &amp;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Konzeptidee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523488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Umsetzungsfahrplan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Arbeitsstränge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99507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Nächste Schritte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1099820"/>
            <a:ext cx="12192000" cy="6477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" name="Text 5"/>
          <p:cNvSpPr/>
          <p:nvPr/>
        </p:nvSpPr>
        <p:spPr>
          <a:xfrm>
            <a:off x="787400" y="64135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 Hellmann, Philipp Heßberger</a:t>
            </a:r>
            <a:endParaRPr lang="en-US" sz="1200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695960" y="304800"/>
            <a:ext cx="10922000" cy="787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600"/>
              </a:lnSpc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Kicker: Kernaussage der Folie in maximal zwei Zeilen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8000" y="6413500"/>
            <a:ext cx="7366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- Kapitel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450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Ausgangslage &amp;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Zielbild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847469" y="0"/>
            <a:ext cx="1595120" cy="330200"/>
          </a:xfrm>
          <a:prstGeom prst="rect">
            <a:avLst/>
          </a:prstGeom>
          <a:solidFill>
            <a:srgbClr val="BFE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Herausforderung &amp;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Konzeptidee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523488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Umsetzungsfahrplan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Arbeitsstränge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99507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Nächste Schritte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1099820"/>
            <a:ext cx="12192000" cy="6477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" name="Text 5"/>
          <p:cNvSpPr/>
          <p:nvPr/>
        </p:nvSpPr>
        <p:spPr>
          <a:xfrm>
            <a:off x="787400" y="64135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 Hellmann, Philipp Heßberger</a:t>
            </a:r>
            <a:endParaRPr lang="en-US" sz="1200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695960" y="304800"/>
            <a:ext cx="10922000" cy="787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600"/>
              </a:lnSpc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Kicker: Kernaussage der Folie in maximal zwei Zeilen</a:t>
            </a:r>
            <a:endParaRPr lang="en-US" sz="2400" dirty="0"/>
          </a:p>
        </p:txBody>
      </p:sp>
      <p:sp>
        <p:nvSpPr>
          <p:cNvPr id="9" name="Text 6"/>
          <p:cNvSpPr/>
          <p:nvPr>
            <p:ph idx="107" type="body" hasCustomPrompt="1"/>
          </p:nvPr>
        </p:nvSpPr>
        <p:spPr>
          <a:xfrm>
            <a:off x="787400" y="1651000"/>
            <a:ext cx="10617200" cy="368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85750" indent="-285750">
              <a:spcAft>
                <a:spcPts val="1800"/>
              </a:spcAft>
              <a:buClr>
                <a:srgbClr val="000000"/>
              </a:buClr>
              <a:buFont typeface="Wingdings" pitchFamily="2" charset="2"/>
              <a:buChar char="§"/>
              <a:def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  <a:lvl2pPr marL="571500" indent="-285750">
              <a:spcAft>
                <a:spcPts val="600"/>
              </a:spcAft>
              <a:buClr>
                <a:srgbClr val="000000"/>
              </a:buClr>
              <a:buFont typeface="Arial" pitchFamily="34" charset="0"/>
              <a:buChar char="–"/>
              <a:defRPr sz="1400"/>
            </a:lvl2pPr>
          </a:lstStyle>
          <a:p>
            <a:pPr/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Stichpunkt: Text in 14 pt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8000" y="6413500"/>
            <a:ext cx="7366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 - Kapitel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450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Ausgangslage &amp;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Zielbild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847469" y="0"/>
            <a:ext cx="1595120" cy="330200"/>
          </a:xfrm>
          <a:prstGeom prst="rect">
            <a:avLst/>
          </a:prstGeom>
          <a:solidFill>
            <a:srgbClr val="BFE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Herausforderung &amp;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Konzeptidee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523488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Umsetzungsfahrplan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Arbeitsstränge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99507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Nächste Schritte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1099820"/>
            <a:ext cx="12192000" cy="6477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" name="Text 5"/>
          <p:cNvSpPr/>
          <p:nvPr/>
        </p:nvSpPr>
        <p:spPr>
          <a:xfrm>
            <a:off x="787400" y="64135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 Hellmann, Philipp Heßberger</a:t>
            </a:r>
            <a:endParaRPr lang="en-US" sz="1200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695960" y="304800"/>
            <a:ext cx="10922000" cy="787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600"/>
              </a:lnSpc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Kicker: Kernaussage der Folie in maximal zwei Zeilen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8000" y="6413500"/>
            <a:ext cx="7366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- Kapitel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450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Ausgangslage &amp;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Zielbild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847469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Herausforderung &amp;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Konzeptidee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523488" y="0"/>
            <a:ext cx="1595120" cy="330200"/>
          </a:xfrm>
          <a:prstGeom prst="rect">
            <a:avLst/>
          </a:prstGeom>
          <a:solidFill>
            <a:srgbClr val="BFE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Umsetzungsfahrplan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Arbeitsstränge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99507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Nächste Schritte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1099820"/>
            <a:ext cx="12192000" cy="6477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" name="Text 5"/>
          <p:cNvSpPr/>
          <p:nvPr/>
        </p:nvSpPr>
        <p:spPr>
          <a:xfrm>
            <a:off x="787400" y="64135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 Hellmann, Philipp Heßberger</a:t>
            </a:r>
            <a:endParaRPr lang="en-US" sz="1200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695960" y="304800"/>
            <a:ext cx="10922000" cy="787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600"/>
              </a:lnSpc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Kicker: Kernaussage der Folie in maximal zwei Zeilen</a:t>
            </a:r>
            <a:endParaRPr lang="en-US" sz="2400" dirty="0"/>
          </a:p>
        </p:txBody>
      </p:sp>
      <p:sp>
        <p:nvSpPr>
          <p:cNvPr id="9" name="Text 6"/>
          <p:cNvSpPr/>
          <p:nvPr>
            <p:ph idx="107" type="body" hasCustomPrompt="1"/>
          </p:nvPr>
        </p:nvSpPr>
        <p:spPr>
          <a:xfrm>
            <a:off x="787400" y="1651000"/>
            <a:ext cx="10617200" cy="368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85750" indent="-285750">
              <a:spcAft>
                <a:spcPts val="1800"/>
              </a:spcAft>
              <a:buClr>
                <a:srgbClr val="000000"/>
              </a:buClr>
              <a:buFont typeface="Wingdings" pitchFamily="2" charset="2"/>
              <a:buChar char="§"/>
              <a:def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  <a:lvl2pPr marL="571500" indent="-285750">
              <a:spcAft>
                <a:spcPts val="600"/>
              </a:spcAft>
              <a:buClr>
                <a:srgbClr val="000000"/>
              </a:buClr>
              <a:buFont typeface="Arial" pitchFamily="34" charset="0"/>
              <a:buChar char="–"/>
              <a:defRPr sz="1400"/>
            </a:lvl2pPr>
          </a:lstStyle>
          <a:p>
            <a:pPr/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Stichpunkt: Text in 14 pt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8000" y="6413500"/>
            <a:ext cx="7366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 - Kapitel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450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Ausgangslage &amp;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Zielbild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847469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Herausforderung &amp;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Konzeptidee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523488" y="0"/>
            <a:ext cx="1595120" cy="330200"/>
          </a:xfrm>
          <a:prstGeom prst="rect">
            <a:avLst/>
          </a:prstGeom>
          <a:solidFill>
            <a:srgbClr val="BFE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Umsetzungsfahrplan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Arbeitsstränge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99507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Nächste Schritte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1099820"/>
            <a:ext cx="12192000" cy="6477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" name="Text 5"/>
          <p:cNvSpPr/>
          <p:nvPr/>
        </p:nvSpPr>
        <p:spPr>
          <a:xfrm>
            <a:off x="787400" y="64135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 Hellmann, Philipp Heßberger</a:t>
            </a:r>
            <a:endParaRPr lang="en-US" sz="1200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695960" y="304800"/>
            <a:ext cx="10922000" cy="787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600"/>
              </a:lnSpc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Kicker: Kernaussage der Folie in maximal zwei Zeilen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8000" y="6413500"/>
            <a:ext cx="7366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- Kapitel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450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Ausgangslage &amp;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Zielbild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847469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Herausforderung &amp;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Konzeptidee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523488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Umsetzungsfahrplan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Arbeitsstränge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99507" y="0"/>
            <a:ext cx="1595120" cy="330200"/>
          </a:xfrm>
          <a:prstGeom prst="rect">
            <a:avLst/>
          </a:prstGeom>
          <a:solidFill>
            <a:srgbClr val="BFE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Nächste Schritte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1099820"/>
            <a:ext cx="12192000" cy="6477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" name="Text 5"/>
          <p:cNvSpPr/>
          <p:nvPr/>
        </p:nvSpPr>
        <p:spPr>
          <a:xfrm>
            <a:off x="787400" y="64135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 Hellmann, Philipp Heßberger</a:t>
            </a:r>
            <a:endParaRPr lang="en-US" sz="1200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695960" y="304800"/>
            <a:ext cx="10922000" cy="787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600"/>
              </a:lnSpc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Kicker: Kernaussage der Folie in maximal zwei Zeilen</a:t>
            </a:r>
            <a:endParaRPr lang="en-US" sz="2400" dirty="0"/>
          </a:p>
        </p:txBody>
      </p:sp>
      <p:sp>
        <p:nvSpPr>
          <p:cNvPr id="9" name="Text 6"/>
          <p:cNvSpPr/>
          <p:nvPr>
            <p:ph idx="107" type="body" hasCustomPrompt="1"/>
          </p:nvPr>
        </p:nvSpPr>
        <p:spPr>
          <a:xfrm>
            <a:off x="787400" y="1651000"/>
            <a:ext cx="10617200" cy="368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85750" indent="-285750">
              <a:spcAft>
                <a:spcPts val="1800"/>
              </a:spcAft>
              <a:buClr>
                <a:srgbClr val="000000"/>
              </a:buClr>
              <a:buFont typeface="Wingdings" pitchFamily="2" charset="2"/>
              <a:buChar char="§"/>
              <a:def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  <a:lvl2pPr marL="571500" indent="-285750">
              <a:spcAft>
                <a:spcPts val="600"/>
              </a:spcAft>
              <a:buClr>
                <a:srgbClr val="000000"/>
              </a:buClr>
              <a:buFont typeface="Arial" pitchFamily="34" charset="0"/>
              <a:buChar char="–"/>
              <a:defRPr sz="1400"/>
            </a:lvl2pPr>
          </a:lstStyle>
          <a:p>
            <a:pPr/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Stichpunkt: Text in 14 pt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8000" y="6413500"/>
            <a:ext cx="7366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 - Kapitel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450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Ausgangslage &amp;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Zielbild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847469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Herausforderung &amp;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Konzeptidee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523488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Umsetzungsfahrplan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Arbeitsstränge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99507" y="0"/>
            <a:ext cx="1595120" cy="330200"/>
          </a:xfrm>
          <a:prstGeom prst="rect">
            <a:avLst/>
          </a:prstGeom>
          <a:solidFill>
            <a:srgbClr val="BFE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Nächste Schritte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1099820"/>
            <a:ext cx="12192000" cy="6477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" name="Text 5"/>
          <p:cNvSpPr/>
          <p:nvPr/>
        </p:nvSpPr>
        <p:spPr>
          <a:xfrm>
            <a:off x="787400" y="64135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 Hellmann, Philipp Heßberger</a:t>
            </a:r>
            <a:endParaRPr lang="en-US" sz="1200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695960" y="304800"/>
            <a:ext cx="10922000" cy="787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600"/>
              </a:lnSpc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Kicker: Kernaussage der Folie in maximal zwei Zeilen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8000" y="6413500"/>
            <a:ext cx="7366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ohne Naviga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9820"/>
            <a:ext cx="12192000" cy="6477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" name="Text 1"/>
          <p:cNvSpPr/>
          <p:nvPr/>
        </p:nvSpPr>
        <p:spPr>
          <a:xfrm>
            <a:off x="787400" y="64135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 Hellmann, Philipp Heßberger</a:t>
            </a:r>
            <a:endParaRPr lang="en-US" sz="12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95960" y="304800"/>
            <a:ext cx="10922000" cy="787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600"/>
              </a:lnSpc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Kicker: Kernaussage der Folie in maximal zwei Zeilen</a:t>
            </a:r>
            <a:endParaRPr lang="en-US" sz="24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787400" y="1651000"/>
            <a:ext cx="10617200" cy="368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85750" indent="-285750">
              <a:spcAft>
                <a:spcPts val="1800"/>
              </a:spcAft>
              <a:buClr>
                <a:srgbClr val="000000"/>
              </a:buClr>
              <a:buFont typeface="Wingdings" pitchFamily="2" charset="2"/>
              <a:buChar char="§"/>
              <a:def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  <a:lvl2pPr marL="571500" indent="-285750">
              <a:spcAft>
                <a:spcPts val="600"/>
              </a:spcAft>
              <a:buClr>
                <a:srgbClr val="000000"/>
              </a:buClr>
              <a:buFont typeface="Arial" pitchFamily="34" charset="0"/>
              <a:buChar char="–"/>
              <a:defRPr sz="1400"/>
            </a:lvl2pPr>
          </a:lstStyle>
          <a:p>
            <a:pPr/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Stichpunkt: Text in 14 pt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8000" y="6413500"/>
            <a:ext cx="7366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Spalten - Kapitel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1450" y="0"/>
            <a:ext cx="1595120" cy="330200"/>
          </a:xfrm>
          <a:prstGeom prst="rect">
            <a:avLst/>
          </a:prstGeom>
          <a:solidFill>
            <a:srgbClr val="BFE4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Ausgangslage &amp;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Zielbild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847469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Herausforderung &amp;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Konzeptidee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523488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Umsetzungsfahrplan</a:t>
            </a:r>
            <a:endParaRPr lang="en-US" sz="1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Arbeitsstränge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199507" y="0"/>
            <a:ext cx="1595120" cy="33020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000" dirty="0">
                <a:solidFill>
                  <a:srgbClr val="A6A6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Nächste Schritte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1099820"/>
            <a:ext cx="12192000" cy="6477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7" name="Text 5"/>
          <p:cNvSpPr/>
          <p:nvPr/>
        </p:nvSpPr>
        <p:spPr>
          <a:xfrm>
            <a:off x="787400" y="64135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 Hellmann, Philipp Heßberger</a:t>
            </a:r>
            <a:endParaRPr lang="en-US" sz="1200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695960" y="304800"/>
            <a:ext cx="10922000" cy="787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600"/>
              </a:lnSpc>
              <a:buNone/>
              <a:def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Kicker: Kernaussage der Folie in maximal zwei Zeilen</a:t>
            </a:r>
            <a:endParaRPr lang="en-US" sz="2400" dirty="0"/>
          </a:p>
        </p:txBody>
      </p:sp>
      <p:sp>
        <p:nvSpPr>
          <p:cNvPr id="9" name="Text 6"/>
          <p:cNvSpPr/>
          <p:nvPr>
            <p:ph idx="107" type="body" hasCustomPrompt="1"/>
          </p:nvPr>
        </p:nvSpPr>
        <p:spPr>
          <a:xfrm>
            <a:off x="787400" y="1651000"/>
            <a:ext cx="5080000" cy="368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85750" indent="-285750">
              <a:spcAft>
                <a:spcPts val="1800"/>
              </a:spcAft>
              <a:buClr>
                <a:srgbClr val="000000"/>
              </a:buClr>
              <a:buFont typeface="Wingdings" pitchFamily="2" charset="2"/>
              <a:buChar char="§"/>
              <a:def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  <a:lvl2pPr marL="571500" indent="-285750">
              <a:spcAft>
                <a:spcPts val="600"/>
              </a:spcAft>
              <a:buClr>
                <a:srgbClr val="000000"/>
              </a:buClr>
              <a:buFont typeface="Arial" pitchFamily="34" charset="0"/>
              <a:buChar char="–"/>
              <a:defRPr sz="1400"/>
            </a:lvl2pPr>
          </a:lstStyle>
          <a:p>
            <a:pPr/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 Spalte</a:t>
            </a:r>
            <a:endParaRPr lang="en-US" sz="1400" dirty="0"/>
          </a:p>
        </p:txBody>
      </p:sp>
      <p:sp>
        <p:nvSpPr>
          <p:cNvPr id="10" name="Text 6"/>
          <p:cNvSpPr/>
          <p:nvPr>
            <p:ph idx="108" type="body" hasCustomPrompt="1"/>
          </p:nvPr>
        </p:nvSpPr>
        <p:spPr>
          <a:xfrm>
            <a:off x="6324600" y="1651000"/>
            <a:ext cx="5080000" cy="368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285750" indent="-285750">
              <a:spcAft>
                <a:spcPts val="1800"/>
              </a:spcAft>
              <a:buClr>
                <a:srgbClr val="000000"/>
              </a:buClr>
              <a:buFont typeface="Wingdings" pitchFamily="2" charset="2"/>
              <a:buChar char="§"/>
              <a:def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  <a:lvl2pPr marL="571500" indent="-285750">
              <a:spcAft>
                <a:spcPts val="600"/>
              </a:spcAft>
              <a:buClr>
                <a:srgbClr val="000000"/>
              </a:buClr>
              <a:buFont typeface="Arial" pitchFamily="34" charset="0"/>
              <a:buChar char="–"/>
              <a:defRPr sz="1400"/>
            </a:lvl2pPr>
          </a:lstStyle>
          <a:p>
            <a:pPr/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Rechte Spalte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8000" y="6413500"/>
            <a:ext cx="7366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10000"/>
            <a:ext cx="12192000" cy="6477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95960" y="2159000"/>
            <a:ext cx="10795000" cy="152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Titel der Präsentation</a:t>
            </a:r>
            <a:endParaRPr lang="en-US" sz="32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95960" y="4064000"/>
            <a:ext cx="10795000" cy="76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Untertitel · Datum</a:t>
            </a:r>
            <a:endParaRPr lang="en-US" sz="1600" dirty="0"/>
          </a:p>
        </p:txBody>
      </p:sp>
      <p:sp>
        <p:nvSpPr>
          <p:cNvPr id="5" name="Text 1"/>
          <p:cNvSpPr/>
          <p:nvPr/>
        </p:nvSpPr>
        <p:spPr>
          <a:xfrm>
            <a:off x="787400" y="64135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 Hellmann, Philipp Heßberger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400" y="6413500"/>
            <a:ext cx="5080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67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Axel Hellmann, Philipp Heßberger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8000" y="6413500"/>
            <a:ext cx="7366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8000" y="6413500"/>
            <a:ext cx="7366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ts val="2600"/>
        </a:lnSpc>
        <a:spcBef>
          <a:spcPts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marL="285750" indent="-285750">
        <a:spcAft>
          <a:spcPts val="1800"/>
        </a:spcAft>
        <a:buClr>
          <a:srgbClr val="000000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71500" indent="-285750">
        <a:spcAft>
          <a:spcPts val="600"/>
        </a:spcAft>
        <a:buClr>
          <a:srgbClr val="000000"/>
        </a:buClr>
        <a:buFont typeface="Arial" pitchFamily="34" charset="0"/>
        <a:buChar char="–"/>
        <a:defRPr sz="1400"/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95960" y="2159000"/>
            <a:ext cx="10795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ts val="2600"/>
              </a:lnSpc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Arenas made for Germany</a:t>
            </a:r>
            <a:endParaRPr lang="en-US" sz="32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95960" y="4064000"/>
            <a:ext cx="10795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Vorlage · Folienmaster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695960" y="304800"/>
            <a:ext cx="1092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ts val="2600"/>
              </a:lnSpc>
            </a:pPr>
            <a:r>
              <a:rPr lang="en-US" sz="24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Kicker: </a:t>
            </a:r>
            <a:pPr>
              <a:lnSpc>
                <a:spcPts val="2600"/>
              </a:lnSpc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Kernaussage der Folie als vollständiger Satz in maximal zwei Zeilen</a:t>
            </a:r>
            <a:endParaRPr lang="en-US" sz="2400" dirty="0"/>
          </a:p>
        </p:txBody>
      </p:sp>
      <p:sp>
        <p:nvSpPr>
          <p:cNvPr id="3" name="Text 6"/>
          <p:cNvSpPr/>
          <p:nvPr>
            <p:ph idx="107" type="body" hasCustomPrompt="1"/>
          </p:nvPr>
        </p:nvSpPr>
        <p:spPr>
          <a:xfrm>
            <a:off x="787400" y="1651000"/>
            <a:ext cx="106172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/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Stichpunkt mit Lead-in: </a:t>
            </a:r>
            <a:pPr/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Fließtext in Arial 14 pt, schwarz; das Lead-in ist fett und endet mit Doppelpunkt.</a:t>
            </a:r>
            <a:endParaRPr lang="en-US" sz="1400" dirty="0"/>
          </a:p>
          <a:p>
            <a:pPr/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Zweiter Stichpunkt: </a:t>
            </a:r>
            <a:pPr/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pt Abstand nach jedem Absatz, quadratisches Aufzählungszeichen (Wingdings §).</a:t>
            </a:r>
            <a:endParaRPr lang="en-US" sz="1400" dirty="0"/>
          </a:p>
        </p:txBody>
      </p:sp>
      <p:sp>
        <p:nvSpPr>
          <p:cNvPr id="4" name="Kernaussage-1"/>
          <p:cNvSpPr/>
          <p:nvPr/>
        </p:nvSpPr>
        <p:spPr>
          <a:xfrm>
            <a:off x="2528570" y="5633720"/>
            <a:ext cx="7134860" cy="558800"/>
          </a:xfrm>
          <a:prstGeom prst="rect">
            <a:avLst/>
          </a:prstGeom>
          <a:solidFill>
            <a:srgbClr val="BFE4FF"/>
          </a:solidFill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Kernaussage (So-what) in 14 pt, zentriert, in hellblauer Box mit blauem Pfeil</a:t>
            </a:r>
            <a:endParaRPr lang="en-US" sz="1400" dirty="0"/>
          </a:p>
        </p:txBody>
      </p:sp>
      <p:sp>
        <p:nvSpPr>
          <p:cNvPr id="5" name="Kernaussage-Pfeil-2"/>
          <p:cNvSpPr/>
          <p:nvPr/>
        </p:nvSpPr>
        <p:spPr>
          <a:xfrm rot="5400000">
            <a:off x="2263458" y="5809933"/>
            <a:ext cx="530860" cy="206375"/>
          </a:xfrm>
          <a:prstGeom prst="triangle">
            <a:avLst/>
          </a:prstGeom>
          <a:solidFill>
            <a:srgbClr val="0070C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8000" y="6413500"/>
            <a:ext cx="7366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695960" y="304800"/>
            <a:ext cx="1092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ts val="2600"/>
              </a:lnSpc>
            </a:pPr>
            <a:r>
              <a:rPr lang="en-US" sz="24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Kicker: </a:t>
            </a:r>
            <a:pPr>
              <a:lnSpc>
                <a:spcPts val="2600"/>
              </a:lnSpc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Folie nur mit Titel – freie Komposition aus den Bausteinen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8000" y="6413500"/>
            <a:ext cx="7366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/>
          <p:nvPr>
            <p:ph idx="106" type="title" hasCustomPrompt="1"/>
          </p:nvPr>
        </p:nvSpPr>
        <p:spPr>
          <a:xfrm>
            <a:off x="695960" y="304800"/>
            <a:ext cx="1092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>
              <a:lnSpc>
                <a:spcPts val="2600"/>
              </a:lnSpc>
            </a:pPr>
            <a:r>
              <a:rPr lang="en-US" sz="240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Kicker: </a:t>
            </a:r>
            <a:pPr>
              <a:lnSpc>
                <a:spcPts val="2600"/>
              </a:lnSpc>
            </a:pPr>
            <a:r>
              <a:rPr lang="en-US" sz="2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Spalten für Gegenüberstellungen</a:t>
            </a:r>
            <a:endParaRPr lang="en-US" sz="2400" dirty="0"/>
          </a:p>
        </p:txBody>
      </p:sp>
      <p:sp>
        <p:nvSpPr>
          <p:cNvPr id="3" name="Text 6"/>
          <p:cNvSpPr/>
          <p:nvPr>
            <p:ph idx="107" type="body" hasCustomPrompt="1"/>
          </p:nvPr>
        </p:nvSpPr>
        <p:spPr>
          <a:xfrm>
            <a:off x="787400" y="1651000"/>
            <a:ext cx="5080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/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 Spalte</a:t>
            </a:r>
            <a:endParaRPr lang="en-US" sz="1400" dirty="0"/>
          </a:p>
        </p:txBody>
      </p:sp>
      <p:sp>
        <p:nvSpPr>
          <p:cNvPr id="4" name="Text 6"/>
          <p:cNvSpPr/>
          <p:nvPr>
            <p:ph idx="108" type="body" hasCustomPrompt="1"/>
          </p:nvPr>
        </p:nvSpPr>
        <p:spPr>
          <a:xfrm>
            <a:off x="6324600" y="1651000"/>
            <a:ext cx="5080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/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Rechte Spalte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68000" y="6413500"/>
            <a:ext cx="736600" cy="254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renas made for Germany">
      <a:dk1>
        <a:srgbClr val="000000"/>
      </a:dk1>
      <a:lt1>
        <a:srgbClr val="FFFFFF"/>
      </a:lt1>
      <a:dk2>
        <a:srgbClr val="156082"/>
      </a:dk2>
      <a:lt2>
        <a:srgbClr val="F2F2F2"/>
      </a:lt2>
      <a:accent1>
        <a:srgbClr val="0070C0"/>
      </a:accent1>
      <a:accent2>
        <a:srgbClr val="BFE4FF"/>
      </a:accent2>
      <a:accent3>
        <a:srgbClr val="7F7F7F"/>
      </a:accent3>
      <a:accent4>
        <a:srgbClr val="D9D9D9"/>
      </a:accent4>
      <a:accent5>
        <a:srgbClr val="156082"/>
      </a:accent5>
      <a:accent6>
        <a:srgbClr val="A6A6A6"/>
      </a:accent6>
      <a:hlink>
        <a:srgbClr val="0070C0"/>
      </a:hlink>
      <a:folHlink>
        <a:srgbClr val="767676"/>
      </a:folHlink>
    </a:clrScheme>
    <a:fontScheme name="Ari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Arenas made for Germany</dc:title>
  <dc:subject>PptxGenJS Presentation</dc:subject>
  <dc:creator>Axel Hellmann, Philipp Heßberger</dc:creator>
  <cp:lastModifiedBy>Axel Hellmann, Philipp Heßberger</cp:lastModifiedBy>
  <cp:revision>1</cp:revision>
  <dcterms:created xsi:type="dcterms:W3CDTF">2026-10-05T13:10:37Z</dcterms:created>
  <dcterms:modified xsi:type="dcterms:W3CDTF">2026-10-05T13:10:37Z</dcterms:modified>
</cp:coreProperties>
</file>